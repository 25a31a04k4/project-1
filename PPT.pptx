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CE7A6-D860-4393-98F1-A096D2E05BEA}" type="datetimeFigureOut"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7DD47A-6D5E-4B27-8635-A79A2834D2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40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6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20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01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04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93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1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0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DD47A-6D5E-4B27-8635-A79A2834D2EB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D84C-FB13-C2C2-4623-4213F407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 b="1" i="1" cap="all" dirty="0">
                <a:solidFill>
                  <a:schemeClr val="accent2">
                    <a:lumMod val="76000"/>
                  </a:schemeClr>
                </a:solidFill>
                <a:latin typeface="Tw Cen MT"/>
              </a:rPr>
              <a:t>MINI PROJECT IN C</a:t>
            </a:r>
            <a:endParaRPr lang="en-US" sz="4000" dirty="0">
              <a:solidFill>
                <a:schemeClr val="accent2">
                  <a:lumMod val="76000"/>
                </a:schemeClr>
              </a:solidFill>
              <a:latin typeface="Tw Cen MT"/>
            </a:endParaRPr>
          </a:p>
          <a:p>
            <a:pPr algn="ctr">
              <a:lnSpc>
                <a:spcPct val="90000"/>
              </a:lnSpc>
            </a:pPr>
            <a:r>
              <a:rPr lang="en-US" sz="4000" b="1" i="1" cap="all" dirty="0">
                <a:solidFill>
                  <a:schemeClr val="accent2">
                    <a:lumMod val="76000"/>
                  </a:schemeClr>
                </a:solidFill>
                <a:latin typeface="Tw Cen MT"/>
              </a:rPr>
              <a:t>PROGRAMMING</a:t>
            </a:r>
            <a:endParaRPr lang="en-US" sz="4000" dirty="0">
              <a:solidFill>
                <a:schemeClr val="accent2">
                  <a:lumMod val="76000"/>
                </a:schemeClr>
              </a:solidFill>
              <a:latin typeface="Tw Cen MT"/>
            </a:endParaRPr>
          </a:p>
          <a:p>
            <a:pPr>
              <a:lnSpc>
                <a:spcPct val="90000"/>
              </a:lnSpc>
            </a:pPr>
            <a:endParaRPr lang="en-US" sz="3600" dirty="0">
              <a:solidFill>
                <a:srgbClr val="FFFFFF"/>
              </a:solidFill>
              <a:latin typeface="Tw Cen MT"/>
            </a:endParaRPr>
          </a:p>
          <a:p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93027-7DB1-7010-CEEB-06A69C5B9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58648"/>
            <a:ext cx="8946541" cy="46897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dirty="0">
                <a:ea typeface="+mj-lt"/>
                <a:cs typeface="+mj-lt"/>
              </a:rPr>
              <a:t>Title:</a:t>
            </a:r>
            <a:r>
              <a:rPr lang="en-US" sz="3200" dirty="0">
                <a:ea typeface="+mj-lt"/>
                <a:cs typeface="+mj-lt"/>
              </a:rPr>
              <a:t> Hostel Mess Management System</a:t>
            </a:r>
            <a:endParaRPr lang="en-US" sz="3200" dirty="0"/>
          </a:p>
          <a:p>
            <a:pPr>
              <a:buClr>
                <a:srgbClr val="8AD0D6"/>
              </a:buClr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sz="3200" i="1" dirty="0"/>
              <a:t>Developed in :c </a:t>
            </a:r>
            <a:r>
              <a:rPr lang="en-US" sz="3200" i="1" dirty="0" err="1"/>
              <a:t>progamming</a:t>
            </a:r>
          </a:p>
          <a:p>
            <a:pPr>
              <a:buClr>
                <a:srgbClr val="8AD0D6"/>
              </a:buClr>
            </a:pPr>
            <a:endParaRPr lang="en-US" sz="3200" i="1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College Name: Pragati Engineering College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3997940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F688-2885-F781-4596-E2393836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447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                </a:t>
            </a:r>
            <a:r>
              <a:rPr lang="en-US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   </a:t>
            </a:r>
            <a:r>
              <a:rPr lang="en-US" dirty="0">
                <a:solidFill>
                  <a:schemeClr val="accent1"/>
                </a:solidFill>
                <a:ea typeface="+mj-lt"/>
                <a:cs typeface="+mj-lt"/>
              </a:rPr>
              <a:t>   </a:t>
            </a:r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ABSTRACT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9D80-90B3-5357-B398-F2805F7CA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90919"/>
            <a:ext cx="8946541" cy="49574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j-lt"/>
                <a:cs typeface="+mj-lt"/>
              </a:rPr>
              <a:t>This project is developed using </a:t>
            </a:r>
            <a:r>
              <a:rPr lang="en-US" sz="2400" b="1" dirty="0">
                <a:ea typeface="+mj-lt"/>
                <a:cs typeface="+mj-lt"/>
              </a:rPr>
              <a:t>C programming language</a:t>
            </a:r>
            <a:r>
              <a:rPr lang="en-US" sz="2400" dirty="0">
                <a:ea typeface="+mj-lt"/>
                <a:cs typeface="+mj-lt"/>
              </a:rPr>
              <a:t>.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It manages student mess details like: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Roll Number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Name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Meals taken</a:t>
            </a:r>
            <a:endParaRPr lang="en-US" sz="2400"/>
          </a:p>
          <a:p>
            <a:pPr lvl="1"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Total Bill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The system is </a:t>
            </a:r>
            <a:r>
              <a:rPr lang="en-US" sz="2400" b="1" dirty="0">
                <a:ea typeface="+mj-lt"/>
                <a:cs typeface="+mj-lt"/>
              </a:rPr>
              <a:t>menu-driven</a:t>
            </a:r>
            <a:r>
              <a:rPr lang="en-US" sz="2400" dirty="0">
                <a:ea typeface="+mj-lt"/>
                <a:cs typeface="+mj-lt"/>
              </a:rPr>
              <a:t> and easy to use.</a:t>
            </a:r>
            <a:endParaRPr lang="en-US" sz="240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It helps hostel management maintain accurate food records.</a:t>
            </a:r>
            <a:endParaRPr lang="en-US" sz="24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163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3361-51C8-1A3B-E7E8-361DCA89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299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INTRODUCTION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30DE-0788-DBB8-D6B6-43A68F1D4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46756"/>
            <a:ext cx="8946541" cy="51016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j-lt"/>
                <a:cs typeface="+mj-lt"/>
              </a:rPr>
              <a:t>Hostel mess record maintenance is very important.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Manual calculation is difficult and time-consuming.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This program automates: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Student entry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Meal counting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Bill calculation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It uses </a:t>
            </a:r>
            <a:r>
              <a:rPr lang="en-US" sz="2800" b="1" dirty="0">
                <a:ea typeface="+mj-lt"/>
                <a:cs typeface="+mj-lt"/>
              </a:rPr>
              <a:t>structures and functions</a:t>
            </a:r>
            <a:r>
              <a:rPr lang="en-US" sz="2800" dirty="0">
                <a:ea typeface="+mj-lt"/>
                <a:cs typeface="+mj-lt"/>
              </a:rPr>
              <a:t> for efficient data management.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53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76DA-90F9-3A95-DA01-66886E38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3417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REQUIREMENTS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4DF7-0A77-4322-B929-F26C7D62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70324"/>
            <a:ext cx="8946541" cy="49780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Software Requirements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C Compiler (GCC / Turbo C / </a:t>
            </a:r>
            <a:r>
              <a:rPr lang="en-US" sz="2800" dirty="0" err="1">
                <a:ea typeface="+mj-lt"/>
                <a:cs typeface="+mj-lt"/>
              </a:rPr>
              <a:t>CodeBlocks</a:t>
            </a:r>
            <a:r>
              <a:rPr lang="en-US" sz="2800" dirty="0">
                <a:ea typeface="+mj-lt"/>
                <a:cs typeface="+mj-lt"/>
              </a:rPr>
              <a:t> / VS Code)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Operating System: Windows / Linux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b="1" dirty="0"/>
              <a:t>Hardware Requirements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Computer or Laptop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Minimum 2 GB RAM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Keyboard and Monitor</a:t>
            </a:r>
            <a:endParaRPr lang="en-US" sz="280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94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EC79-F50D-C5A4-B28A-397F4133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3A068-27E0-E6B1-9245-4E883E688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ea typeface="+mj-lt"/>
                <a:cs typeface="+mj-lt"/>
              </a:rPr>
              <a:t>        HOSTEL MESS </a:t>
            </a:r>
            <a:endParaRPr lang="en-US" sz="5400" i="1" dirty="0">
              <a:solidFill>
                <a:schemeClr val="accent2"/>
              </a:solidFill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ea typeface="+mj-lt"/>
                <a:cs typeface="+mj-lt"/>
              </a:rPr>
              <a:t> </a:t>
            </a:r>
            <a:r>
              <a:rPr lang="en-US" sz="5400" i="1" dirty="0">
                <a:solidFill>
                  <a:schemeClr val="accent2"/>
                </a:solidFill>
                <a:ea typeface="+mj-lt"/>
                <a:cs typeface="+mj-lt"/>
              </a:rPr>
              <a:t>   MANAGEMENT SYSTEM</a:t>
            </a:r>
            <a:r>
              <a:rPr lang="en-US" sz="5400" i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endParaRPr lang="en-US" sz="5400" i="1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7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4659-3330-DA2A-DDA1-5931A16A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0612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ALGORITHM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7501-6D90-8270-1D4F-11A523960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7351"/>
            <a:ext cx="8946541" cy="50810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j-lt"/>
                <a:cs typeface="+mj-lt"/>
              </a:rPr>
              <a:t>Start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Display main menu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Read user choice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Add Student → store student details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Add Meals → update meals and bill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If choice = Display → show all records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Repeat steps 2–6 until Exit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Stop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27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4112-FAAB-4293-1574-EDFE6C01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507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FLOWCHART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96C0-68E1-1463-9DBF-F8EFF972B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7351"/>
            <a:ext cx="8946541" cy="50810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Start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Display menu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User selects option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Perform operation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Return to menu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If Exit → End</a:t>
            </a:r>
            <a:endParaRPr lang="en-US" sz="36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4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FB4D-53CE-F95A-3278-638C1972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209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    CODE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E072E-265A-528E-B365-83DAE3B8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540"/>
            <a:ext cx="8946541" cy="50398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j-lt"/>
                <a:cs typeface="+mj-lt"/>
              </a:rPr>
              <a:t>Program written in </a:t>
            </a:r>
            <a:r>
              <a:rPr lang="en-US" sz="2400" b="1" dirty="0">
                <a:ea typeface="+mj-lt"/>
                <a:cs typeface="+mj-lt"/>
              </a:rPr>
              <a:t>C language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</a:t>
            </a:r>
            <a:r>
              <a:rPr lang="en-US" sz="2400" dirty="0">
                <a:latin typeface="Consolas"/>
              </a:rPr>
              <a:t>struct Student</a:t>
            </a:r>
            <a:r>
              <a:rPr lang="en-US" sz="2400" dirty="0">
                <a:ea typeface="+mj-lt"/>
                <a:cs typeface="+mj-lt"/>
              </a:rPr>
              <a:t> to store data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array </a:t>
            </a:r>
            <a:r>
              <a:rPr lang="en-US" sz="2400" dirty="0">
                <a:latin typeface="Consolas"/>
              </a:rPr>
              <a:t>s[MAX]</a:t>
            </a:r>
            <a:r>
              <a:rPr lang="en-US" sz="2400" dirty="0">
                <a:ea typeface="+mj-lt"/>
                <a:cs typeface="+mj-lt"/>
              </a:rPr>
              <a:t> to store multiple students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Functions used: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addStudent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addMeals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err="1">
                <a:latin typeface="Consolas"/>
              </a:rPr>
              <a:t>displayStudents</a:t>
            </a:r>
            <a:r>
              <a:rPr lang="en-US" sz="2400" dirty="0">
                <a:latin typeface="Consolas"/>
              </a:rPr>
              <a:t>()</a:t>
            </a:r>
            <a:endParaRPr lang="en-US" sz="2400" dirty="0"/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Uses </a:t>
            </a:r>
            <a:r>
              <a:rPr lang="en-US" sz="2400" b="1" dirty="0">
                <a:ea typeface="+mj-lt"/>
                <a:cs typeface="+mj-lt"/>
              </a:rPr>
              <a:t>switch case</a:t>
            </a:r>
            <a:r>
              <a:rPr lang="en-US" sz="2400" dirty="0">
                <a:ea typeface="+mj-lt"/>
                <a:cs typeface="+mj-lt"/>
              </a:rPr>
              <a:t> for menu control</a:t>
            </a:r>
            <a:endParaRPr lang="en-US" sz="2400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24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F178-1EE3-2CB9-EE9A-E3314EA7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209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    RESULTS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6E17-C711-94C0-1F54-27BF12072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98243"/>
            <a:ext cx="8946541" cy="50501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Student records are stored successfully.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Meals and bill are updated correctly.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All records are displayed in tabular form.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Program runs smoothly without errors.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Output is clear and user-friendly.</a:t>
            </a:r>
            <a:endParaRPr lang="en-US" sz="3600" dirty="0"/>
          </a:p>
          <a:p>
            <a:pPr>
              <a:buClr>
                <a:srgbClr val="8AD0D6"/>
              </a:buClr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07602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4C48-0295-A3E5-D19C-202B5EA4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5180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ea typeface="+mj-lt"/>
                <a:cs typeface="+mj-lt"/>
              </a:rPr>
              <a:t>                    CONCLUSION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143F5-3FFD-E8B8-E387-B1F726AE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93891"/>
            <a:ext cx="8946541" cy="4854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j-lt"/>
                <a:cs typeface="+mj-lt"/>
              </a:rPr>
              <a:t>The project successfully manages hostel mess records.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It demonstrates the use of: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Structures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Functions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Arrays</a:t>
            </a:r>
            <a:endParaRPr lang="en-US" sz="2800" dirty="0"/>
          </a:p>
          <a:p>
            <a:pPr lvl="1"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Loops and switch statements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Reduces manual work and errors.</a:t>
            </a:r>
            <a:endParaRPr lang="en-US" sz="2800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Very useful for small hostel management.</a:t>
            </a:r>
            <a:endParaRPr lang="en-US" sz="2800" dirty="0"/>
          </a:p>
          <a:p>
            <a:pPr>
              <a:buClr>
                <a:srgbClr val="8AD0D6"/>
              </a:buClr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874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E5C3-7EE7-1377-5466-AC582389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EEB3A4-2839-9F09-F2DD-99FAA39FD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65" y="14054"/>
            <a:ext cx="12199722" cy="68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9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6E91-0109-5AB1-F4A7-66EA415D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DC3F5-B334-D8B3-4DB6-4BFA13A1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sz="3200" b="1" i="1" dirty="0"/>
              <a:t>K.Koushika-25A31A04K4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K.Saranya-25A31A04K5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K.Vinay-25A31A04N1</a:t>
            </a:r>
          </a:p>
          <a:p>
            <a:pPr>
              <a:buClr>
                <a:srgbClr val="8AD0D6"/>
              </a:buClr>
            </a:pPr>
            <a:r>
              <a:rPr lang="en-US" sz="3200" b="1" i="1" dirty="0"/>
              <a:t>K.Nikhil-25A31A04N2</a:t>
            </a:r>
          </a:p>
        </p:txBody>
      </p:sp>
    </p:spTree>
    <p:extLst>
      <p:ext uri="{BB962C8B-B14F-4D97-AF65-F5344CB8AC3E}">
        <p14:creationId xmlns:p14="http://schemas.microsoft.com/office/powerpoint/2010/main" val="941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Widescreen</PresentationFormat>
  <Paragraphs>92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</vt:lpstr>
      <vt:lpstr>MINI PROJECT IN C PROGRAMMING  </vt:lpstr>
      <vt:lpstr>                      ABSTRACT</vt:lpstr>
      <vt:lpstr>                 INTRODUCTION</vt:lpstr>
      <vt:lpstr>              REQUIREMENTS</vt:lpstr>
      <vt:lpstr>PowerPoint Presentation</vt:lpstr>
      <vt:lpstr>                  ALGORITHM</vt:lpstr>
      <vt:lpstr>                     FLOWCHART</vt:lpstr>
      <vt:lpstr>                         CODE</vt:lpstr>
      <vt:lpstr>                        RESULTS</vt:lpstr>
      <vt:lpstr>                    CONCLUSION</vt:lpstr>
      <vt:lpstr>PowerPoint Presentation</vt:lpstr>
      <vt:lpstr>Team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 Yadav</dc:creator>
  <cp:lastModifiedBy>Sohan Surya</cp:lastModifiedBy>
  <cp:revision>5</cp:revision>
  <dcterms:created xsi:type="dcterms:W3CDTF">2025-12-20T08:18:34Z</dcterms:created>
  <dcterms:modified xsi:type="dcterms:W3CDTF">2026-01-03T13:02:26Z</dcterms:modified>
</cp:coreProperties>
</file>